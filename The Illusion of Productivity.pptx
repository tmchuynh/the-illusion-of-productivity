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nah\OneDrive\Documents\Spring 2026 FCC\Public Speaking\The Illusion of Productivity\.pptx-temp\slid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nah\OneDrive\Documents\Spring 2026 FCC\Public Speaking\The Illusion of Productivity\.pptx-temp\slid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nah\OneDrive\Documents\Spring 2026 FCC\Public Speaking\The Illusion of Productivity\.pptx-temp\slid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nah\OneDrive\Documents\Spring 2026 FCC\Public Speaking\The Illusion of Productivity\.pptx-temp\slide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nah\OneDrive\Documents\Spring 2026 FCC\Public Speaking\The Illusion of Productivity\.pptx-temp\slide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nah\OneDrive\Documents\Spring 2026 FCC\Public Speaking\The Illusion of Productivity\.pptx-temp\slid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nah\OneDrive\Documents\Spring 2026 FCC\Public Speaking\The Illusion of Productivity\.pptx-temp\slid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Illusion of Productivity</dc:title>
  <dc:subject>Presentation export from HTML slides</dc:subject>
  <dc:creator>The Illusion of Productivity</dc:creator>
  <cp:lastModifiedBy>The Illusion of Productivity</cp:lastModifiedBy>
  <cp:revision>1</cp:revision>
  <dcterms:created xsi:type="dcterms:W3CDTF">2026-04-09T19:32:56Z</dcterms:created>
  <dcterms:modified xsi:type="dcterms:W3CDTF">2026-04-09T19:32:56Z</dcterms:modified>
</cp:coreProperties>
</file>